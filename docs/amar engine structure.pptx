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59521"/>
            <a:ext cx="273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4. </a:t>
            </a:r>
            <a:r>
              <a:rPr lang="en-US" altLang="zh-CN" sz="1200" dirty="0" err="1"/>
              <a:t>mataclass</a:t>
            </a:r>
            <a:r>
              <a:rPr lang="en-US" altLang="zh-CN" sz="1200" dirty="0"/>
              <a:t> is the cornerstone of AME; see its separate GitHub repository for details.</a:t>
            </a:r>
            <a:endParaRPr lang="zh-CN" altLang="en-US" sz="1200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242973" y="5811194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282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5938838" y="1108075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开始构建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BE2EE4-9370-3384-0C5C-F5475CF6EB39}"/>
              </a:ext>
            </a:extLst>
          </p:cNvPr>
          <p:cNvSpPr txBox="1"/>
          <p:nvPr/>
        </p:nvSpPr>
        <p:spPr>
          <a:xfrm>
            <a:off x="6289903" y="5811194"/>
            <a:ext cx="2657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7. It's an interactive world,(folders) are not single files.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6AB4C-45CF-6116-4728-3E9F3F381D9D}"/>
              </a:ext>
            </a:extLst>
          </p:cNvPr>
          <p:cNvSpPr txBox="1"/>
          <p:nvPr/>
        </p:nvSpPr>
        <p:spPr>
          <a:xfrm>
            <a:off x="9047918" y="6496445"/>
            <a:ext cx="32189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6. It is also the main program of AME ADMIN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7EEC670-B147-F19E-34A8-EE9B1F457066}"/>
              </a:ext>
            </a:extLst>
          </p:cNvPr>
          <p:cNvSpPr txBox="1"/>
          <p:nvPr/>
        </p:nvSpPr>
        <p:spPr>
          <a:xfrm>
            <a:off x="2996061" y="5874222"/>
            <a:ext cx="30262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5. Here you set the world parameters, and AME will automatically generate a JSON file.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162</Words>
  <Application>Microsoft Office PowerPoint</Application>
  <PresentationFormat>宽屏</PresentationFormat>
  <Paragraphs>40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26</cp:revision>
  <dcterms:created xsi:type="dcterms:W3CDTF">2026-02-23T06:38:44Z</dcterms:created>
  <dcterms:modified xsi:type="dcterms:W3CDTF">2026-02-24T05:26:58Z</dcterms:modified>
</cp:coreProperties>
</file>