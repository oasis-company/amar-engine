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0B98E8-F404-42E7-CA06-370C9587E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31B3ED-CEF1-2C3A-C2D1-88C17296B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4" name="图片 3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505" y="87313"/>
            <a:ext cx="1670843" cy="167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474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99946"/>
            <a:ext cx="3173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891150" y="3142862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368307" y="3344911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分配元类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59521"/>
            <a:ext cx="2731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4.mataclass</a:t>
            </a:r>
            <a:r>
              <a:rPr lang="zh-CN" altLang="en-US" dirty="0"/>
              <a:t>是</a:t>
            </a:r>
            <a:r>
              <a:rPr lang="en-US" altLang="zh-CN" dirty="0"/>
              <a:t>AME</a:t>
            </a:r>
            <a:r>
              <a:rPr lang="zh-CN" altLang="en-US" dirty="0"/>
              <a:t>的基石，</a:t>
            </a:r>
            <a:endParaRPr lang="en-US" altLang="zh-CN" dirty="0"/>
          </a:p>
          <a:p>
            <a:r>
              <a:rPr lang="zh-CN" altLang="en-US" dirty="0"/>
              <a:t>可参考单独的</a:t>
            </a:r>
            <a:r>
              <a:rPr lang="en-US" altLang="zh-CN" dirty="0" err="1"/>
              <a:t>github</a:t>
            </a:r>
            <a:r>
              <a:rPr lang="en-US" altLang="zh-CN" dirty="0"/>
              <a:t> repo</a:t>
            </a:r>
            <a:endParaRPr lang="zh-CN" altLang="en-US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169667" y="5738537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282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D2D27DB-7E96-825E-563C-1541A22C23BA}"/>
              </a:ext>
            </a:extLst>
          </p:cNvPr>
          <p:cNvSpPr txBox="1"/>
          <p:nvPr/>
        </p:nvSpPr>
        <p:spPr>
          <a:xfrm>
            <a:off x="5938838" y="1108075"/>
            <a:ext cx="2265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开始构建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E675F6B-D8E9-A1D8-9456-A4790EFF5AB1}"/>
              </a:ext>
            </a:extLst>
          </p:cNvPr>
          <p:cNvSpPr/>
          <p:nvPr/>
        </p:nvSpPr>
        <p:spPr>
          <a:xfrm>
            <a:off x="8040197" y="107426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6CC673A-296F-5205-F152-5407116CFFE8}"/>
              </a:ext>
            </a:extLst>
          </p:cNvPr>
          <p:cNvSpPr txBox="1"/>
          <p:nvPr/>
        </p:nvSpPr>
        <p:spPr>
          <a:xfrm>
            <a:off x="8043564" y="1024206"/>
            <a:ext cx="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6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1BE2EE4-9370-3384-0C5C-F5475CF6EB39}"/>
              </a:ext>
            </a:extLst>
          </p:cNvPr>
          <p:cNvSpPr txBox="1"/>
          <p:nvPr/>
        </p:nvSpPr>
        <p:spPr>
          <a:xfrm>
            <a:off x="6323694" y="5953357"/>
            <a:ext cx="2657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7.</a:t>
            </a:r>
            <a:r>
              <a:rPr lang="zh-CN" altLang="en-US" dirty="0"/>
              <a:t>是一个可交互的世界，</a:t>
            </a:r>
            <a:endParaRPr lang="en-US" altLang="zh-CN" dirty="0"/>
          </a:p>
          <a:p>
            <a:r>
              <a:rPr lang="zh-CN" altLang="en-US" dirty="0"/>
              <a:t>（文件夹）非单个文件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16AB4C-45CF-6116-4728-3E9F3F381D9D}"/>
              </a:ext>
            </a:extLst>
          </p:cNvPr>
          <p:cNvSpPr txBox="1"/>
          <p:nvPr/>
        </p:nvSpPr>
        <p:spPr>
          <a:xfrm>
            <a:off x="9156719" y="6468290"/>
            <a:ext cx="3035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6.</a:t>
            </a:r>
            <a:r>
              <a:rPr lang="zh-CN" altLang="en-US" dirty="0"/>
              <a:t>也是</a:t>
            </a:r>
            <a:r>
              <a:rPr lang="en-US" altLang="zh-CN" dirty="0"/>
              <a:t>AME ADMIN</a:t>
            </a:r>
            <a:r>
              <a:rPr lang="zh-CN" altLang="en-US" dirty="0"/>
              <a:t>的主程序</a:t>
            </a:r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140</Words>
  <Application>Microsoft Office PowerPoint</Application>
  <PresentationFormat>宽屏</PresentationFormat>
  <Paragraphs>41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1" baseType="lpstr">
      <vt:lpstr>BIZ UDGothic</vt:lpstr>
      <vt:lpstr>MS UI Gothic</vt:lpstr>
      <vt:lpstr>Noto Sans JP Black</vt:lpstr>
      <vt:lpstr>Noto Sans SC Black</vt:lpstr>
      <vt:lpstr>等线</vt:lpstr>
      <vt:lpstr>等线 Light</vt:lpstr>
      <vt:lpstr>Arial</vt:lpstr>
      <vt:lpstr>Britannic Bold</vt:lpstr>
      <vt:lpstr>Office 主题​​</vt:lpstr>
      <vt:lpstr>AMAR ENGINE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24</cp:revision>
  <dcterms:created xsi:type="dcterms:W3CDTF">2026-02-23T06:38:44Z</dcterms:created>
  <dcterms:modified xsi:type="dcterms:W3CDTF">2026-02-24T05:07:12Z</dcterms:modified>
</cp:coreProperties>
</file>