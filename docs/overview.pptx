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132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8CD52A-DE3B-BE71-350B-E0DA387818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384FA8A-1033-77A5-23AA-6BA909B53F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4894D39-C9A0-47E1-C3FA-5965ED9F2A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D797A85-3C27-F384-B033-4EE09B5AE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4E076C9-73B9-4F1A-5715-93578D04A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02070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82B7B3-3C3C-EB2D-EF2F-B646B137F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6B6259B-4CF5-CFDC-9E76-6CBB7AA526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DBEF238-4A98-DACC-9938-0F061C6650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6E4796B-D471-1C09-2657-99D15A36A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4146646-42C6-A5ED-3243-05AE3678B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96306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DF58A7-5E14-37F3-D19F-55992BBAD6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A20C047-B1A1-E1E9-668C-DC9F1A9F2D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7623E90-9165-9EDE-3C1B-B89B67DAE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FC63088-9412-AD88-B3ED-C59575294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F0F08F5-8ED6-368E-56BE-678EFF7FD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2090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3916D7C-93AD-CBE0-1012-F1F704DB5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C9077C6-69A9-3FC8-BFB7-F269420FB4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DE25740-E8FC-DAC5-DA21-6D8C4D1BB9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4BB5C87-9350-6547-C670-B082CEEE73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044FCA6-EB23-7AC7-B0F9-BABF35A38C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6CF9602-39AB-970D-0611-28D239880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737820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9591DC-24CF-F439-5CB0-79BB1BAC1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E0B69D3-9DB8-4827-428A-4EB2C48E2C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72FFB99-5740-4906-ACD2-31F70D628B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E669422-187D-21AC-D1BC-304483023B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B65CE476-1566-0FCE-0FDB-FC88E32FED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15DDDD0-EC57-0C3F-FF3C-AD6A53F51E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E6653A1-D149-00FC-0976-36B828D13B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3476CF6-4152-B633-9EE9-6DFEA9F8D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627283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33DAA9-949C-54E6-B7CB-26199B591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CA43C51-2A94-0711-B259-15FB64245B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FCE168A-DF1C-0E2D-80F3-DDBC02451D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A1541F4-A108-331F-3D00-3D0860872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850694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0B6CE88-E7AD-8A67-114D-1F811C6EB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D672603B-21A9-D219-6D55-126A516D8B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3152145-5B1E-4D8C-75A1-673B81998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987103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41F1B0-A8EC-3CC6-D16C-0B5531B8CE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620D66E-1C41-822F-4F6B-92A48D61DE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2996C57-B890-146B-76B4-321CE7C766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246C34D-10F0-D542-B130-6A03FD4302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D4A3208-8399-4CE7-B568-87D5D7E88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6DD7083-CD2C-64D2-0086-03203945E1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8875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F1848E-E26E-E9B7-862E-CFE0327FDB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667FA1D-896F-E1BF-1A07-618EEC0FEB9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57E9F60-070A-3DD2-7F07-301227BD36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2EB7E5C-18A6-85E8-058F-DB4C5BB025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998262-CE2B-1785-6582-A53EE80AA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7FABB55-4AC8-F240-56FF-06332352B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06024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2AB6511-DA96-C1F4-7DAE-AC70341F7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9149C03-06DC-B405-84EC-5831A0C786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5BF9FC8-CC88-48E5-1ADA-5B3A3D9AD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1FDA95-896F-78F9-572E-254994AE8F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362388B-85F8-F282-2549-7B84C5FFD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56975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F198E671-E0AE-8555-E1B0-B2AE28F262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159B148-8483-B7BC-E41B-627785FAE2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652101F-E64F-721F-26C7-D2420358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F56CA3-4BF5-44B0-A094-22F5196DA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03DBB69-14F6-CF9C-7CAD-B4104BA0E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9684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D42649F-C169-1BD6-FF29-1830D1A748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C16D336-937B-59A5-022D-712C7D52D0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124A777-CFA0-2D47-3C9A-A43E35B1C1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98B24C-C9E3-4F8A-B4AE-8209A59F7979}" type="datetimeFigureOut">
              <a:rPr lang="zh-CN" altLang="en-US" smtClean="0"/>
              <a:t>2026/2/23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ABA3D48-7783-77F9-8A40-75FDF91CBB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7E0B161-D714-6031-E440-1ACE968FDE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B4B329-EDBD-4A21-B037-F3688665C6E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9709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6CCC5C1A-A47F-0EB6-EFF3-B21231832262}"/>
              </a:ext>
            </a:extLst>
          </p:cNvPr>
          <p:cNvSpPr/>
          <p:nvPr/>
        </p:nvSpPr>
        <p:spPr>
          <a:xfrm>
            <a:off x="1759226" y="1212574"/>
            <a:ext cx="1550504" cy="785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81BC4E6-8331-AEDE-3946-7F2EAA6E5774}"/>
              </a:ext>
            </a:extLst>
          </p:cNvPr>
          <p:cNvSpPr/>
          <p:nvPr/>
        </p:nvSpPr>
        <p:spPr>
          <a:xfrm>
            <a:off x="1759226" y="2080591"/>
            <a:ext cx="1550504" cy="785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A8275DF-53D8-4E1E-AA98-EB8720A2D58A}"/>
              </a:ext>
            </a:extLst>
          </p:cNvPr>
          <p:cNvSpPr/>
          <p:nvPr/>
        </p:nvSpPr>
        <p:spPr>
          <a:xfrm>
            <a:off x="1759226" y="3036404"/>
            <a:ext cx="1550504" cy="7851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79112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0</Words>
  <Application>Microsoft Office PowerPoint</Application>
  <PresentationFormat>宽屏</PresentationFormat>
  <Paragraphs>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ceaser zhao</dc:creator>
  <cp:lastModifiedBy>ceaser zhao</cp:lastModifiedBy>
  <cp:revision>2</cp:revision>
  <dcterms:created xsi:type="dcterms:W3CDTF">2026-02-23T06:38:44Z</dcterms:created>
  <dcterms:modified xsi:type="dcterms:W3CDTF">2026-02-23T06:41:30Z</dcterms:modified>
</cp:coreProperties>
</file>