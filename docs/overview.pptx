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45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33605" y="4086765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99946"/>
            <a:ext cx="317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554173" y="631134"/>
            <a:ext cx="2932044" cy="176250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4219161" y="378049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2002163">
            <a:off x="3215173" y="3686588"/>
            <a:ext cx="1152525" cy="9442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4219157" y="3872312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58</Words>
  <Application>Microsoft Office PowerPoint</Application>
  <PresentationFormat>宽屏</PresentationFormat>
  <Paragraphs>23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BIZ UDGothic</vt:lpstr>
      <vt:lpstr>MS UI Gothic</vt:lpstr>
      <vt:lpstr>Noto Sans JP Black</vt:lpstr>
      <vt:lpstr>等线</vt:lpstr>
      <vt:lpstr>等线 Light</vt:lpstr>
      <vt:lpstr>Arial</vt:lpstr>
      <vt:lpstr>Britannic Bold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12</cp:revision>
  <dcterms:created xsi:type="dcterms:W3CDTF">2026-02-23T06:38:44Z</dcterms:created>
  <dcterms:modified xsi:type="dcterms:W3CDTF">2026-02-23T14:21:39Z</dcterms:modified>
</cp:coreProperties>
</file>