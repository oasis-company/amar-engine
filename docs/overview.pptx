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C5895B-3708-46E1-A199-8735536F71F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B730D5-1C7C-4557-8722-3813F1ECD0F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78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B730D5-1C7C-4557-8722-3813F1ECD0F3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1580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7FC3AC08-1B62-48A1-797F-2AAA0B113715}"/>
              </a:ext>
            </a:extLst>
          </p:cNvPr>
          <p:cNvSpPr/>
          <p:nvPr/>
        </p:nvSpPr>
        <p:spPr>
          <a:xfrm>
            <a:off x="1289602" y="631134"/>
            <a:ext cx="2489752" cy="325009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2948608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43141FA-B24C-18E7-D130-E91BF5CF010E}"/>
              </a:ext>
            </a:extLst>
          </p:cNvPr>
          <p:cNvSpPr txBox="1"/>
          <p:nvPr/>
        </p:nvSpPr>
        <p:spPr>
          <a:xfrm>
            <a:off x="2087217" y="695811"/>
            <a:ext cx="139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S UI Gothic" panose="020B0600070205080204" pitchFamily="34" charset="-128"/>
                <a:ea typeface="MS UI Gothic" panose="020B0600070205080204" pitchFamily="34" charset="-128"/>
              </a:rPr>
              <a:t>INPUT</a:t>
            </a:r>
            <a:endParaRPr lang="zh-CN" altLang="en-US" dirty="0">
              <a:latin typeface="MS UI Gothic" panose="020B0600070205080204" pitchFamily="34" charset="-128"/>
              <a:ea typeface="MS UI Gothic" panose="020B0600070205080204" pitchFamily="34" charset="-128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14C27B1-FD70-8F48-D8C5-EAFAB2532D61}"/>
              </a:ext>
            </a:extLst>
          </p:cNvPr>
          <p:cNvSpPr/>
          <p:nvPr/>
        </p:nvSpPr>
        <p:spPr>
          <a:xfrm>
            <a:off x="9064486" y="506895"/>
            <a:ext cx="2594113" cy="592869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0363CCF-F9C6-2297-5930-700E203DDB8F}"/>
              </a:ext>
            </a:extLst>
          </p:cNvPr>
          <p:cNvSpPr/>
          <p:nvPr/>
        </p:nvSpPr>
        <p:spPr>
          <a:xfrm>
            <a:off x="9230689" y="971351"/>
            <a:ext cx="2251213" cy="384147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014885-527C-63CE-94D9-F425BD860CD2}"/>
              </a:ext>
            </a:extLst>
          </p:cNvPr>
          <p:cNvSpPr/>
          <p:nvPr/>
        </p:nvSpPr>
        <p:spPr>
          <a:xfrm>
            <a:off x="9278176" y="4904961"/>
            <a:ext cx="2166730" cy="144614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1BC3741-A913-0762-7012-A3B0A65F83F3}"/>
              </a:ext>
            </a:extLst>
          </p:cNvPr>
          <p:cNvSpPr txBox="1"/>
          <p:nvPr/>
        </p:nvSpPr>
        <p:spPr>
          <a:xfrm>
            <a:off x="9695622" y="558284"/>
            <a:ext cx="21070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OUTPUT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7C17DFB-C0FF-F35A-5DF0-66D74223F73C}"/>
              </a:ext>
            </a:extLst>
          </p:cNvPr>
          <p:cNvSpPr txBox="1"/>
          <p:nvPr/>
        </p:nvSpPr>
        <p:spPr>
          <a:xfrm>
            <a:off x="9509259" y="5013503"/>
            <a:ext cx="1704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EME WORLD</a:t>
            </a:r>
            <a:endParaRPr lang="zh-CN" altLang="en-US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E932628-2694-BD66-E75B-F1B3E9707A87}"/>
              </a:ext>
            </a:extLst>
          </p:cNvPr>
          <p:cNvSpPr txBox="1"/>
          <p:nvPr/>
        </p:nvSpPr>
        <p:spPr>
          <a:xfrm>
            <a:off x="2087217" y="2256182"/>
            <a:ext cx="1386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LLM API</a:t>
            </a:r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FB4FEC95-B6E1-D130-EA6A-8CD95B0ADEA5}"/>
              </a:ext>
            </a:extLst>
          </p:cNvPr>
          <p:cNvSpPr txBox="1"/>
          <p:nvPr/>
        </p:nvSpPr>
        <p:spPr>
          <a:xfrm>
            <a:off x="1993900" y="3124200"/>
            <a:ext cx="10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3DGS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7F2FB6D-5423-ABA2-ABC5-C18DB98A8523}"/>
              </a:ext>
            </a:extLst>
          </p:cNvPr>
          <p:cNvSpPr txBox="1"/>
          <p:nvPr/>
        </p:nvSpPr>
        <p:spPr>
          <a:xfrm>
            <a:off x="9559290" y="5474970"/>
            <a:ext cx="16154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/>
              <a:t>We don't need to consider this for now.</a:t>
            </a:r>
            <a:endParaRPr lang="zh-CN" altLang="en-US" sz="1200" dirty="0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BD2CF9C-6E52-A147-8215-55B8D7F3892E}"/>
              </a:ext>
            </a:extLst>
          </p:cNvPr>
          <p:cNvSpPr txBox="1"/>
          <p:nvPr/>
        </p:nvSpPr>
        <p:spPr>
          <a:xfrm>
            <a:off x="1870074" y="1263650"/>
            <a:ext cx="14636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Photo,video</a:t>
            </a:r>
            <a:endParaRPr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3C047A2-B398-185B-A46F-9A774994271B}"/>
              </a:ext>
            </a:extLst>
          </p:cNvPr>
          <p:cNvSpPr/>
          <p:nvPr/>
        </p:nvSpPr>
        <p:spPr>
          <a:xfrm>
            <a:off x="4089400" y="1212850"/>
            <a:ext cx="1339850" cy="7048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5940A9D-0E41-7561-4CC1-21F5DEAC1D2A}"/>
              </a:ext>
            </a:extLst>
          </p:cNvPr>
          <p:cNvSpPr txBox="1"/>
          <p:nvPr/>
        </p:nvSpPr>
        <p:spPr>
          <a:xfrm>
            <a:off x="4264025" y="1355725"/>
            <a:ext cx="1165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Tahoe</a:t>
            </a:r>
            <a:endParaRPr lang="zh-CN" altLang="en-US" dirty="0"/>
          </a:p>
        </p:txBody>
      </p:sp>
      <p:sp>
        <p:nvSpPr>
          <p:cNvPr id="20" name="箭头: 右 19">
            <a:extLst>
              <a:ext uri="{FF2B5EF4-FFF2-40B4-BE49-F238E27FC236}">
                <a16:creationId xmlns:a16="http://schemas.microsoft.com/office/drawing/2014/main" id="{243B9B5A-9DF2-5739-FB44-60C57D9F2FFD}"/>
              </a:ext>
            </a:extLst>
          </p:cNvPr>
          <p:cNvSpPr/>
          <p:nvPr/>
        </p:nvSpPr>
        <p:spPr>
          <a:xfrm>
            <a:off x="3419475" y="1355725"/>
            <a:ext cx="628650" cy="3693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C2F963A-4350-5A96-3512-FB11643490A2}"/>
              </a:ext>
            </a:extLst>
          </p:cNvPr>
          <p:cNvSpPr/>
          <p:nvPr/>
        </p:nvSpPr>
        <p:spPr>
          <a:xfrm>
            <a:off x="5176836" y="1263650"/>
            <a:ext cx="165100" cy="177800"/>
          </a:xfrm>
          <a:prstGeom prst="ellipse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D984F89-675C-46D8-A980-F7F632A9E723}"/>
              </a:ext>
            </a:extLst>
          </p:cNvPr>
          <p:cNvSpPr txBox="1"/>
          <p:nvPr/>
        </p:nvSpPr>
        <p:spPr>
          <a:xfrm>
            <a:off x="5137945" y="1225592"/>
            <a:ext cx="16509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50" dirty="0"/>
              <a:t>1</a:t>
            </a:r>
            <a:endParaRPr lang="zh-CN" altLang="en-US" sz="105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846304B-1544-FD7D-D444-8CB4AF7611D8}"/>
              </a:ext>
            </a:extLst>
          </p:cNvPr>
          <p:cNvSpPr txBox="1"/>
          <p:nvPr/>
        </p:nvSpPr>
        <p:spPr>
          <a:xfrm>
            <a:off x="94422" y="4388126"/>
            <a:ext cx="22760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1.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A8D103F-E6D2-0C69-1F32-C58447F00C71}"/>
              </a:ext>
            </a:extLst>
          </p:cNvPr>
          <p:cNvSpPr/>
          <p:nvPr/>
        </p:nvSpPr>
        <p:spPr>
          <a:xfrm>
            <a:off x="9355381" y="3881230"/>
            <a:ext cx="2012315" cy="82793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C3FC6DA9-36F2-0E5E-B307-2E7EC4D673C1}"/>
              </a:ext>
            </a:extLst>
          </p:cNvPr>
          <p:cNvSpPr txBox="1"/>
          <p:nvPr/>
        </p:nvSpPr>
        <p:spPr>
          <a:xfrm>
            <a:off x="9833605" y="4086765"/>
            <a:ext cx="1824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Genesis</a:t>
            </a:r>
            <a:endParaRPr lang="zh-CN" altLang="en-US" dirty="0"/>
          </a:p>
        </p:txBody>
      </p:sp>
      <p:sp>
        <p:nvSpPr>
          <p:cNvPr id="26" name="箭头: 下 25">
            <a:extLst>
              <a:ext uri="{FF2B5EF4-FFF2-40B4-BE49-F238E27FC236}">
                <a16:creationId xmlns:a16="http://schemas.microsoft.com/office/drawing/2014/main" id="{700ED5AB-62A5-D122-4C9A-C7D989BAA292}"/>
              </a:ext>
            </a:extLst>
          </p:cNvPr>
          <p:cNvSpPr/>
          <p:nvPr/>
        </p:nvSpPr>
        <p:spPr>
          <a:xfrm>
            <a:off x="9559290" y="3429000"/>
            <a:ext cx="444443" cy="36009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ED7DF7D-79DE-FE7D-5649-FF5EB5BC2C22}"/>
              </a:ext>
            </a:extLst>
          </p:cNvPr>
          <p:cNvSpPr txBox="1"/>
          <p:nvPr/>
        </p:nvSpPr>
        <p:spPr>
          <a:xfrm>
            <a:off x="10042525" y="3429000"/>
            <a:ext cx="1235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80FCCE-7103-9A73-DF05-607D4895CFFA}"/>
              </a:ext>
            </a:extLst>
          </p:cNvPr>
          <p:cNvSpPr/>
          <p:nvPr/>
        </p:nvSpPr>
        <p:spPr>
          <a:xfrm>
            <a:off x="9302750" y="2498725"/>
            <a:ext cx="2107093" cy="78105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EF0427C-E840-5409-49CD-F2C8B5FCE8F9}"/>
              </a:ext>
            </a:extLst>
          </p:cNvPr>
          <p:cNvSpPr txBox="1"/>
          <p:nvPr/>
        </p:nvSpPr>
        <p:spPr>
          <a:xfrm>
            <a:off x="9404350" y="2673350"/>
            <a:ext cx="1809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AMAR GENIS</a:t>
            </a:r>
            <a:endParaRPr lang="zh-CN" altLang="en-US" dirty="0"/>
          </a:p>
        </p:txBody>
      </p:sp>
      <p:sp>
        <p:nvSpPr>
          <p:cNvPr id="30" name="箭头: 下 29">
            <a:extLst>
              <a:ext uri="{FF2B5EF4-FFF2-40B4-BE49-F238E27FC236}">
                <a16:creationId xmlns:a16="http://schemas.microsoft.com/office/drawing/2014/main" id="{C31BD1BD-369A-84A0-021F-9407484AB32E}"/>
              </a:ext>
            </a:extLst>
          </p:cNvPr>
          <p:cNvSpPr/>
          <p:nvPr/>
        </p:nvSpPr>
        <p:spPr>
          <a:xfrm>
            <a:off x="9559290" y="2080591"/>
            <a:ext cx="330835" cy="33365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51AB83E-90C0-6DF1-EA2C-97C28F7E3EED}"/>
              </a:ext>
            </a:extLst>
          </p:cNvPr>
          <p:cNvSpPr txBox="1"/>
          <p:nvPr/>
        </p:nvSpPr>
        <p:spPr>
          <a:xfrm>
            <a:off x="9974332" y="2013332"/>
            <a:ext cx="137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Based on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31</Words>
  <Application>Microsoft Office PowerPoint</Application>
  <PresentationFormat>宽屏</PresentationFormat>
  <Paragraphs>15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MS UI Gothic</vt:lpstr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8</cp:revision>
  <dcterms:created xsi:type="dcterms:W3CDTF">2026-02-23T06:38:44Z</dcterms:created>
  <dcterms:modified xsi:type="dcterms:W3CDTF">2026-02-23T11:41:34Z</dcterms:modified>
</cp:coreProperties>
</file>