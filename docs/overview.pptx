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3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C5895B-3708-46E1-A199-8735536F71F9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730D5-1C7C-4557-8722-3813F1ECD0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8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730D5-1C7C-4557-8722-3813F1ECD0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580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8CD52A-DE3B-BE71-350B-E0DA38781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84FA8A-1033-77A5-23AA-6BA909B53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894D39-C9A0-47E1-C3FA-5965ED9F2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797A85-3C27-F384-B033-4EE09B5AE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E076C9-73B9-4F1A-5715-93578D04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207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2B7B3-3C3C-EB2D-EF2F-B646B137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B6259B-4CF5-CFDC-9E76-6CBB7AA52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BEF238-4A98-DACC-9938-0F061C665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E4796B-D471-1C09-2657-99D15A36A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146646-42C6-A5ED-3243-05AE3678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630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F58A7-5E14-37F3-D19F-55992BBA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20C047-B1A1-E1E9-668C-DC9F1A9F2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623E90-9165-9EDE-3C1B-B89B67DAE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C63088-9412-AD88-B3ED-C59575294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0F08F5-8ED6-368E-56BE-678EFF7F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09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16D7C-93AD-CBE0-1012-F1F704DB5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9077C6-69A9-3FC8-BFB7-F269420FB4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E25740-E8FC-DAC5-DA21-6D8C4D1BB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BB5C87-9350-6547-C670-B082CEEE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44FCA6-EB23-7AC7-B0F9-BABF35A38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CF9602-39AB-970D-0611-28D239880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782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591DC-24CF-F439-5CB0-79BB1BAC1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0B69D3-9DB8-4827-428A-4EB2C48E2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2FFB99-5740-4906-ACD2-31F70D628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E669422-187D-21AC-D1BC-304483023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5CE476-1566-0FCE-0FDB-FC88E32FED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5DDDD0-EC57-0C3F-FF3C-AD6A53F51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6653A1-D149-00FC-0976-36B828D1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476CF6-4152-B633-9EE9-6DFEA9F8D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728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3DAA9-949C-54E6-B7CB-26199B591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A43C51-2A94-0711-B259-15FB64245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CE168A-DF1C-0E2D-80F3-DDBC02451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1541F4-A108-331F-3D00-3D086087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069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B6CE88-E7AD-8A67-114D-1F811C6E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72603B-21A9-D219-6D55-126A516D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152145-5B1E-4D8C-75A1-673B8199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710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41F1B0-A8EC-3CC6-D16C-0B5531B8C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20D66E-1C41-822F-4F6B-92A48D61D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996C57-B890-146B-76B4-321CE7C76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46C34D-10F0-D542-B130-6A03FD43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4A3208-8399-4CE7-B568-87D5D7E88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DD7083-CD2C-64D2-0086-03203945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87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1848E-E26E-E9B7-862E-CFE0327F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67FA1D-896F-E1BF-1A07-618EEC0FEB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7E9F60-070A-3DD2-7F07-301227BD3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EB7E5C-18A6-85E8-058F-DB4C5BB02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998262-CE2B-1785-6582-A53EE80A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FABB55-4AC8-F240-56FF-06332352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602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B6511-DA96-C1F4-7DAE-AC70341F7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149C03-06DC-B405-84EC-5831A0C78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BF9FC8-CC88-48E5-1ADA-5B3A3D9A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1FDA95-896F-78F9-572E-254994AE8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62388B-85F8-F282-2549-7B84C5FFD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69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198E671-E0AE-8555-E1B0-B2AE28F26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59B148-8483-B7BC-E41B-627785FAE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52101F-E64F-721F-26C7-D2420358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8B24C-C9E3-4F8A-B4AE-8209A59F7979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F56CA3-4BF5-44B0-A094-22F5196D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3DBB69-14F6-CF9C-7CAD-B4104BA0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6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42649F-C169-1BD6-FF29-1830D1A74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16D336-937B-59A5-022D-712C7D52D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24A777-CFA0-2D47-3C9A-A43E35B1C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8B24C-C9E3-4F8A-B4AE-8209A59F7979}" type="datetimeFigureOut">
              <a:rPr lang="zh-CN" altLang="en-US" smtClean="0"/>
              <a:t>2026/2/23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BA3D48-7783-77F9-8A40-75FDF91CB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E0B161-D714-6031-E440-1ACE968FD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4B329-EDBD-4A21-B037-F3688665C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70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FC3AC08-1B62-48A1-797F-2AAA0B113715}"/>
              </a:ext>
            </a:extLst>
          </p:cNvPr>
          <p:cNvSpPr/>
          <p:nvPr/>
        </p:nvSpPr>
        <p:spPr>
          <a:xfrm>
            <a:off x="1289602" y="631134"/>
            <a:ext cx="2489752" cy="325009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CC5C1A-A47F-0EB6-EFF3-B21231832262}"/>
              </a:ext>
            </a:extLst>
          </p:cNvPr>
          <p:cNvSpPr/>
          <p:nvPr/>
        </p:nvSpPr>
        <p:spPr>
          <a:xfrm>
            <a:off x="1759226" y="1212574"/>
            <a:ext cx="1550504" cy="7851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1BC4E6-8331-AEDE-3946-7F2EAA6E5774}"/>
              </a:ext>
            </a:extLst>
          </p:cNvPr>
          <p:cNvSpPr/>
          <p:nvPr/>
        </p:nvSpPr>
        <p:spPr>
          <a:xfrm>
            <a:off x="1759226" y="2080591"/>
            <a:ext cx="1550504" cy="7851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8275DF-53D8-4E1E-AA98-EB8720A2D58A}"/>
              </a:ext>
            </a:extLst>
          </p:cNvPr>
          <p:cNvSpPr/>
          <p:nvPr/>
        </p:nvSpPr>
        <p:spPr>
          <a:xfrm>
            <a:off x="1759226" y="2948608"/>
            <a:ext cx="1550504" cy="7851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43141FA-B24C-18E7-D130-E91BF5CF010E}"/>
              </a:ext>
            </a:extLst>
          </p:cNvPr>
          <p:cNvSpPr txBox="1"/>
          <p:nvPr/>
        </p:nvSpPr>
        <p:spPr>
          <a:xfrm>
            <a:off x="2087217" y="695811"/>
            <a:ext cx="1396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MS UI Gothic" panose="020B0600070205080204" pitchFamily="34" charset="-128"/>
                <a:ea typeface="MS UI Gothic" panose="020B0600070205080204" pitchFamily="34" charset="-128"/>
              </a:rPr>
              <a:t>INPUT</a:t>
            </a:r>
            <a:endParaRPr lang="zh-CN" alt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4C27B1-FD70-8F48-D8C5-EAFAB2532D61}"/>
              </a:ext>
            </a:extLst>
          </p:cNvPr>
          <p:cNvSpPr/>
          <p:nvPr/>
        </p:nvSpPr>
        <p:spPr>
          <a:xfrm>
            <a:off x="9064486" y="506895"/>
            <a:ext cx="2594113" cy="592869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363CCF-F9C6-2297-5930-700E203DDB8F}"/>
              </a:ext>
            </a:extLst>
          </p:cNvPr>
          <p:cNvSpPr/>
          <p:nvPr/>
        </p:nvSpPr>
        <p:spPr>
          <a:xfrm>
            <a:off x="9230689" y="971351"/>
            <a:ext cx="2251213" cy="38414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014885-527C-63CE-94D9-F425BD860CD2}"/>
              </a:ext>
            </a:extLst>
          </p:cNvPr>
          <p:cNvSpPr/>
          <p:nvPr/>
        </p:nvSpPr>
        <p:spPr>
          <a:xfrm>
            <a:off x="9278176" y="4904961"/>
            <a:ext cx="2166730" cy="14461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BC3741-A913-0762-7012-A3B0A65F83F3}"/>
              </a:ext>
            </a:extLst>
          </p:cNvPr>
          <p:cNvSpPr txBox="1"/>
          <p:nvPr/>
        </p:nvSpPr>
        <p:spPr>
          <a:xfrm>
            <a:off x="9695622" y="558284"/>
            <a:ext cx="2107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OUTPUT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C17DFB-C0FF-F35A-5DF0-66D74223F73C}"/>
              </a:ext>
            </a:extLst>
          </p:cNvPr>
          <p:cNvSpPr txBox="1"/>
          <p:nvPr/>
        </p:nvSpPr>
        <p:spPr>
          <a:xfrm>
            <a:off x="9509259" y="5013503"/>
            <a:ext cx="1704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EME WORLD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932628-2694-BD66-E75B-F1B3E9707A87}"/>
              </a:ext>
            </a:extLst>
          </p:cNvPr>
          <p:cNvSpPr txBox="1"/>
          <p:nvPr/>
        </p:nvSpPr>
        <p:spPr>
          <a:xfrm>
            <a:off x="2087217" y="2256182"/>
            <a:ext cx="138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LLM API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4FEC95-B6E1-D130-EA6A-8CD95B0ADEA5}"/>
              </a:ext>
            </a:extLst>
          </p:cNvPr>
          <p:cNvSpPr txBox="1"/>
          <p:nvPr/>
        </p:nvSpPr>
        <p:spPr>
          <a:xfrm>
            <a:off x="1993900" y="31242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3DGS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F2FB6D-5423-ABA2-ABC5-C18DB98A8523}"/>
              </a:ext>
            </a:extLst>
          </p:cNvPr>
          <p:cNvSpPr txBox="1"/>
          <p:nvPr/>
        </p:nvSpPr>
        <p:spPr>
          <a:xfrm>
            <a:off x="9559290" y="5474970"/>
            <a:ext cx="1615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We don't need to consider this for now.</a:t>
            </a:r>
            <a:endParaRPr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D2CF9C-6E52-A147-8215-55B8D7F3892E}"/>
              </a:ext>
            </a:extLst>
          </p:cNvPr>
          <p:cNvSpPr txBox="1"/>
          <p:nvPr/>
        </p:nvSpPr>
        <p:spPr>
          <a:xfrm>
            <a:off x="1870074" y="1263650"/>
            <a:ext cx="1463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Photo,video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C047A2-B398-185B-A46F-9A774994271B}"/>
              </a:ext>
            </a:extLst>
          </p:cNvPr>
          <p:cNvSpPr/>
          <p:nvPr/>
        </p:nvSpPr>
        <p:spPr>
          <a:xfrm>
            <a:off x="4089400" y="1212850"/>
            <a:ext cx="1339850" cy="704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940A9D-0E41-7561-4CC1-21F5DEAC1D2A}"/>
              </a:ext>
            </a:extLst>
          </p:cNvPr>
          <p:cNvSpPr txBox="1"/>
          <p:nvPr/>
        </p:nvSpPr>
        <p:spPr>
          <a:xfrm>
            <a:off x="4264025" y="1355725"/>
            <a:ext cx="116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Tahoe</a:t>
            </a:r>
            <a:endParaRPr lang="zh-CN" altLang="en-US" dirty="0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243B9B5A-9DF2-5739-FB44-60C57D9F2FFD}"/>
              </a:ext>
            </a:extLst>
          </p:cNvPr>
          <p:cNvSpPr/>
          <p:nvPr/>
        </p:nvSpPr>
        <p:spPr>
          <a:xfrm>
            <a:off x="3419475" y="1355725"/>
            <a:ext cx="62865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C2F963A-4350-5A96-3512-FB11643490A2}"/>
              </a:ext>
            </a:extLst>
          </p:cNvPr>
          <p:cNvSpPr/>
          <p:nvPr/>
        </p:nvSpPr>
        <p:spPr>
          <a:xfrm>
            <a:off x="5176836" y="1263650"/>
            <a:ext cx="165100" cy="177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D984F89-675C-46D8-A980-F7F632A9E723}"/>
              </a:ext>
            </a:extLst>
          </p:cNvPr>
          <p:cNvSpPr txBox="1"/>
          <p:nvPr/>
        </p:nvSpPr>
        <p:spPr>
          <a:xfrm>
            <a:off x="5137945" y="1225592"/>
            <a:ext cx="1650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1</a:t>
            </a:r>
            <a:endParaRPr lang="zh-CN" altLang="en-US" sz="105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8D103F-E6D2-0C69-1F32-C58447F00C71}"/>
              </a:ext>
            </a:extLst>
          </p:cNvPr>
          <p:cNvSpPr/>
          <p:nvPr/>
        </p:nvSpPr>
        <p:spPr>
          <a:xfrm>
            <a:off x="9355381" y="3881230"/>
            <a:ext cx="2012315" cy="82793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FC6DA9-36F2-0E5E-B307-2E7EC4D673C1}"/>
              </a:ext>
            </a:extLst>
          </p:cNvPr>
          <p:cNvSpPr txBox="1"/>
          <p:nvPr/>
        </p:nvSpPr>
        <p:spPr>
          <a:xfrm>
            <a:off x="9833605" y="4086765"/>
            <a:ext cx="1824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Genesis</a:t>
            </a:r>
            <a:endParaRPr lang="zh-CN" altLang="en-US" dirty="0"/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700ED5AB-62A5-D122-4C9A-C7D989BAA292}"/>
              </a:ext>
            </a:extLst>
          </p:cNvPr>
          <p:cNvSpPr/>
          <p:nvPr/>
        </p:nvSpPr>
        <p:spPr>
          <a:xfrm>
            <a:off x="9559290" y="3429000"/>
            <a:ext cx="444443" cy="3600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ED7DF7D-79DE-FE7D-5649-FF5EB5BC2C22}"/>
              </a:ext>
            </a:extLst>
          </p:cNvPr>
          <p:cNvSpPr txBox="1"/>
          <p:nvPr/>
        </p:nvSpPr>
        <p:spPr>
          <a:xfrm>
            <a:off x="10042525" y="3429000"/>
            <a:ext cx="1235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Based on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80FCCE-7103-9A73-DF05-607D4895CFFA}"/>
              </a:ext>
            </a:extLst>
          </p:cNvPr>
          <p:cNvSpPr/>
          <p:nvPr/>
        </p:nvSpPr>
        <p:spPr>
          <a:xfrm>
            <a:off x="9302750" y="2498725"/>
            <a:ext cx="2107093" cy="78105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EF0427C-E840-5409-49CD-F2C8B5FCE8F9}"/>
              </a:ext>
            </a:extLst>
          </p:cNvPr>
          <p:cNvSpPr txBox="1"/>
          <p:nvPr/>
        </p:nvSpPr>
        <p:spPr>
          <a:xfrm>
            <a:off x="9404350" y="2673350"/>
            <a:ext cx="180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AMAR GENIS</a:t>
            </a:r>
            <a:endParaRPr lang="zh-CN" altLang="en-US" dirty="0"/>
          </a:p>
        </p:txBody>
      </p:sp>
      <p:sp>
        <p:nvSpPr>
          <p:cNvPr id="30" name="箭头: 下 29">
            <a:extLst>
              <a:ext uri="{FF2B5EF4-FFF2-40B4-BE49-F238E27FC236}">
                <a16:creationId xmlns:a16="http://schemas.microsoft.com/office/drawing/2014/main" id="{C31BD1BD-369A-84A0-021F-9407484AB32E}"/>
              </a:ext>
            </a:extLst>
          </p:cNvPr>
          <p:cNvSpPr/>
          <p:nvPr/>
        </p:nvSpPr>
        <p:spPr>
          <a:xfrm>
            <a:off x="9559290" y="2080591"/>
            <a:ext cx="330835" cy="3336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51AB83E-90C0-6DF1-EA2C-97C28F7E3EED}"/>
              </a:ext>
            </a:extLst>
          </p:cNvPr>
          <p:cNvSpPr txBox="1"/>
          <p:nvPr/>
        </p:nvSpPr>
        <p:spPr>
          <a:xfrm>
            <a:off x="9974332" y="2013332"/>
            <a:ext cx="137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Based on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85A8567-5450-9BDE-A4B3-74EC53705452}"/>
              </a:ext>
            </a:extLst>
          </p:cNvPr>
          <p:cNvSpPr txBox="1"/>
          <p:nvPr/>
        </p:nvSpPr>
        <p:spPr>
          <a:xfrm>
            <a:off x="81998" y="4489660"/>
            <a:ext cx="2758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1.This is a world model based on </a:t>
            </a:r>
            <a:r>
              <a:rPr lang="en-US" altLang="zh-CN" dirty="0" err="1"/>
              <a:t>SpatialLM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9490E92-BF83-D9A6-E7D6-9841493BFCED}"/>
              </a:ext>
            </a:extLst>
          </p:cNvPr>
          <p:cNvSpPr txBox="1"/>
          <p:nvPr/>
        </p:nvSpPr>
        <p:spPr>
          <a:xfrm>
            <a:off x="104361" y="4086765"/>
            <a:ext cx="1316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Notes: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EC00E08-8A78-CF2F-D06A-505750BC38A3}"/>
              </a:ext>
            </a:extLst>
          </p:cNvPr>
          <p:cNvSpPr txBox="1"/>
          <p:nvPr/>
        </p:nvSpPr>
        <p:spPr>
          <a:xfrm>
            <a:off x="81998" y="114300"/>
            <a:ext cx="317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AMAR ENGINE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F7F5F47-DAAD-CCCA-1923-407607941B71}"/>
              </a:ext>
            </a:extLst>
          </p:cNvPr>
          <p:cNvSpPr txBox="1"/>
          <p:nvPr/>
        </p:nvSpPr>
        <p:spPr>
          <a:xfrm>
            <a:off x="104361" y="800100"/>
            <a:ext cx="10411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/>
              <a:t>ceaserzhao</a:t>
            </a:r>
            <a:endParaRPr lang="zh-CN" altLang="en-US" sz="11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A1544BB-AF39-1C71-DF33-8DB37E71A01D}"/>
              </a:ext>
            </a:extLst>
          </p:cNvPr>
          <p:cNvSpPr/>
          <p:nvPr/>
        </p:nvSpPr>
        <p:spPr>
          <a:xfrm>
            <a:off x="5744817" y="558284"/>
            <a:ext cx="2932044" cy="176250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47E795D-4F29-B6D3-743C-EAC0C77F773F}"/>
              </a:ext>
            </a:extLst>
          </p:cNvPr>
          <p:cNvSpPr txBox="1"/>
          <p:nvPr/>
        </p:nvSpPr>
        <p:spPr>
          <a:xfrm>
            <a:off x="6341164" y="646115"/>
            <a:ext cx="2216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AME ADMIN</a:t>
            </a:r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CD7EADD-6243-D921-FA03-9AD0956E200C}"/>
              </a:ext>
            </a:extLst>
          </p:cNvPr>
          <p:cNvSpPr/>
          <p:nvPr/>
        </p:nvSpPr>
        <p:spPr>
          <a:xfrm>
            <a:off x="4219161" y="3780494"/>
            <a:ext cx="1604484" cy="55296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A147669C-5D84-B053-896E-C267DF095108}"/>
              </a:ext>
            </a:extLst>
          </p:cNvPr>
          <p:cNvSpPr/>
          <p:nvPr/>
        </p:nvSpPr>
        <p:spPr>
          <a:xfrm rot="2002163">
            <a:off x="3215173" y="3686588"/>
            <a:ext cx="1152525" cy="944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169AFDA-52E0-C61E-B0EA-F90CCD6F3261}"/>
              </a:ext>
            </a:extLst>
          </p:cNvPr>
          <p:cNvSpPr txBox="1"/>
          <p:nvPr/>
        </p:nvSpPr>
        <p:spPr>
          <a:xfrm>
            <a:off x="4219157" y="3872312"/>
            <a:ext cx="1729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AME SCANNER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7911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49</Words>
  <Application>Microsoft Office PowerPoint</Application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MS UI Gothic</vt:lpstr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ceaser zhao</dc:creator>
  <cp:lastModifiedBy>ceaser zhao</cp:lastModifiedBy>
  <cp:revision>11</cp:revision>
  <dcterms:created xsi:type="dcterms:W3CDTF">2026-02-23T06:38:44Z</dcterms:created>
  <dcterms:modified xsi:type="dcterms:W3CDTF">2026-02-23T11:48:55Z</dcterms:modified>
</cp:coreProperties>
</file>