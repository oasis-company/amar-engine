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54" y="-2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5934" y="979005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</Words>
  <Application>Microsoft Office PowerPoint</Application>
  <PresentationFormat>宽屏</PresentationFormat>
  <Paragraphs>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MS UI Gothic</vt:lpstr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5</cp:revision>
  <dcterms:created xsi:type="dcterms:W3CDTF">2026-02-23T06:38:44Z</dcterms:created>
  <dcterms:modified xsi:type="dcterms:W3CDTF">2026-02-23T10:28:29Z</dcterms:modified>
</cp:coreProperties>
</file>