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45" y="-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矩形 61">
            <a:extLst>
              <a:ext uri="{FF2B5EF4-FFF2-40B4-BE49-F238E27FC236}">
                <a16:creationId xmlns:a16="http://schemas.microsoft.com/office/drawing/2014/main" id="{5BE91CDD-C68E-59CC-BA62-6297C4EBBCC4}"/>
              </a:ext>
            </a:extLst>
          </p:cNvPr>
          <p:cNvSpPr/>
          <p:nvPr/>
        </p:nvSpPr>
        <p:spPr>
          <a:xfrm>
            <a:off x="81998" y="5883965"/>
            <a:ext cx="2800350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33605" y="4086765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99946"/>
            <a:ext cx="317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610760" y="558284"/>
            <a:ext cx="2737025" cy="504822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3436711" y="447145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3387979">
            <a:off x="2522053" y="3969231"/>
            <a:ext cx="1480950" cy="1048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3412207" y="4575579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4C40C3-64B0-CCA4-53B5-999BD45EED56}"/>
              </a:ext>
            </a:extLst>
          </p:cNvPr>
          <p:cNvSpPr/>
          <p:nvPr/>
        </p:nvSpPr>
        <p:spPr>
          <a:xfrm>
            <a:off x="5916646" y="4489659"/>
            <a:ext cx="2329070" cy="919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04022" y="456151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FFDC12D-85AB-9D4D-9545-B52B2D7A92B1}"/>
              </a:ext>
            </a:extLst>
          </p:cNvPr>
          <p:cNvSpPr txBox="1"/>
          <p:nvPr/>
        </p:nvSpPr>
        <p:spPr>
          <a:xfrm rot="2135733">
            <a:off x="3502939" y="3728810"/>
            <a:ext cx="2800350" cy="246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SKILLS, Or rather, a kind of standard</a:t>
            </a:r>
            <a:endParaRPr lang="zh-CN" altLang="en-US" sz="10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0104898-28DC-AACA-4AAD-10E7B0A39FC3}"/>
              </a:ext>
            </a:extLst>
          </p:cNvPr>
          <p:cNvSpPr txBox="1"/>
          <p:nvPr/>
        </p:nvSpPr>
        <p:spPr>
          <a:xfrm>
            <a:off x="7976789" y="4512965"/>
            <a:ext cx="126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3</a:t>
            </a:r>
            <a:endParaRPr lang="zh-CN" altLang="en-US" sz="12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01BC64A-0B9C-7C8D-5128-C63671FE39D0}"/>
              </a:ext>
            </a:extLst>
          </p:cNvPr>
          <p:cNvSpPr txBox="1"/>
          <p:nvPr/>
        </p:nvSpPr>
        <p:spPr>
          <a:xfrm>
            <a:off x="6242973" y="4751746"/>
            <a:ext cx="1992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Information pool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FCD0B7A-C985-AB96-0D55-2070385574F8}"/>
              </a:ext>
            </a:extLst>
          </p:cNvPr>
          <p:cNvSpPr txBox="1"/>
          <p:nvPr/>
        </p:nvSpPr>
        <p:spPr>
          <a:xfrm>
            <a:off x="71396" y="5834724"/>
            <a:ext cx="2847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3.A brand new data format, similar to JSON, used to describe the world.</a:t>
            </a:r>
            <a:endParaRPr lang="zh-CN" altLang="en-US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7C96C36-189C-C3D9-BE5B-FAA9F27B3497}"/>
              </a:ext>
            </a:extLst>
          </p:cNvPr>
          <p:cNvSpPr/>
          <p:nvPr/>
        </p:nvSpPr>
        <p:spPr>
          <a:xfrm>
            <a:off x="9355381" y="1128091"/>
            <a:ext cx="1990410" cy="80076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F137B836-92A7-B07C-ED52-F2FE7B306DD5}"/>
              </a:ext>
            </a:extLst>
          </p:cNvPr>
          <p:cNvSpPr txBox="1"/>
          <p:nvPr/>
        </p:nvSpPr>
        <p:spPr>
          <a:xfrm>
            <a:off x="9509259" y="1361799"/>
            <a:ext cx="1768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</a:t>
            </a:r>
            <a:endParaRPr lang="zh-CN" altLang="en-US" dirty="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91FF571D-A82E-A345-2CD6-61B33F45B558}"/>
              </a:ext>
            </a:extLst>
          </p:cNvPr>
          <p:cNvSpPr/>
          <p:nvPr/>
        </p:nvSpPr>
        <p:spPr>
          <a:xfrm>
            <a:off x="11146596" y="120639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箭头: 下 22">
            <a:extLst>
              <a:ext uri="{FF2B5EF4-FFF2-40B4-BE49-F238E27FC236}">
                <a16:creationId xmlns:a16="http://schemas.microsoft.com/office/drawing/2014/main" id="{4F7D1D11-8F9D-80B6-8645-FCB0F675687E}"/>
              </a:ext>
            </a:extLst>
          </p:cNvPr>
          <p:cNvSpPr/>
          <p:nvPr/>
        </p:nvSpPr>
        <p:spPr>
          <a:xfrm rot="18322881">
            <a:off x="4537787" y="1914341"/>
            <a:ext cx="65706" cy="36525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1AAC0EBF-B5EE-90C9-23A8-F154B4C463E8}"/>
              </a:ext>
            </a:extLst>
          </p:cNvPr>
          <p:cNvSpPr/>
          <p:nvPr/>
        </p:nvSpPr>
        <p:spPr>
          <a:xfrm rot="1033216">
            <a:off x="4784492" y="5102124"/>
            <a:ext cx="1483561" cy="1444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右 67">
            <a:extLst>
              <a:ext uri="{FF2B5EF4-FFF2-40B4-BE49-F238E27FC236}">
                <a16:creationId xmlns:a16="http://schemas.microsoft.com/office/drawing/2014/main" id="{B53A8CC6-455A-49B3-EEAA-4547947B409E}"/>
              </a:ext>
            </a:extLst>
          </p:cNvPr>
          <p:cNvSpPr/>
          <p:nvPr/>
        </p:nvSpPr>
        <p:spPr>
          <a:xfrm rot="3389305" flipV="1">
            <a:off x="3481763" y="3198494"/>
            <a:ext cx="3545715" cy="139763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593706C-6739-ABAB-6769-0B8812CB2B71}"/>
              </a:ext>
            </a:extLst>
          </p:cNvPr>
          <p:cNvSpPr/>
          <p:nvPr/>
        </p:nvSpPr>
        <p:spPr>
          <a:xfrm>
            <a:off x="5891150" y="3142862"/>
            <a:ext cx="2318603" cy="773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34FB12DA-509A-40D4-9871-CF55B5D22465}"/>
              </a:ext>
            </a:extLst>
          </p:cNvPr>
          <p:cNvSpPr/>
          <p:nvPr/>
        </p:nvSpPr>
        <p:spPr>
          <a:xfrm rot="10800000">
            <a:off x="6663690" y="3981450"/>
            <a:ext cx="842851" cy="45467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68D3FC-8C82-1D80-EB73-EC98129BF820}"/>
              </a:ext>
            </a:extLst>
          </p:cNvPr>
          <p:cNvSpPr txBox="1"/>
          <p:nvPr/>
        </p:nvSpPr>
        <p:spPr>
          <a:xfrm>
            <a:off x="6368307" y="3344911"/>
            <a:ext cx="19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分配元类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4A8AC55-15E7-0AD6-2A4C-34CAA155B5AA}"/>
              </a:ext>
            </a:extLst>
          </p:cNvPr>
          <p:cNvSpPr/>
          <p:nvPr/>
        </p:nvSpPr>
        <p:spPr>
          <a:xfrm>
            <a:off x="5880445" y="1982778"/>
            <a:ext cx="2384170" cy="7235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箭头: 下 50">
            <a:extLst>
              <a:ext uri="{FF2B5EF4-FFF2-40B4-BE49-F238E27FC236}">
                <a16:creationId xmlns:a16="http://schemas.microsoft.com/office/drawing/2014/main" id="{3BE3E1B4-1152-F8FA-213D-AA5F3BFDA3EC}"/>
              </a:ext>
            </a:extLst>
          </p:cNvPr>
          <p:cNvSpPr/>
          <p:nvPr/>
        </p:nvSpPr>
        <p:spPr>
          <a:xfrm rot="10800000">
            <a:off x="6603325" y="2749480"/>
            <a:ext cx="837623" cy="339846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1658801-D7BD-55B7-2474-8D0BEF5FEF16}"/>
              </a:ext>
            </a:extLst>
          </p:cNvPr>
          <p:cNvSpPr txBox="1"/>
          <p:nvPr/>
        </p:nvSpPr>
        <p:spPr>
          <a:xfrm>
            <a:off x="6078672" y="2176113"/>
            <a:ext cx="2247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Parameter Layer</a:t>
            </a:r>
            <a:endParaRPr lang="zh-CN" altLang="en-US" dirty="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0ED689D-CFD0-5C86-3742-42F3C9605899}"/>
              </a:ext>
            </a:extLst>
          </p:cNvPr>
          <p:cNvSpPr/>
          <p:nvPr/>
        </p:nvSpPr>
        <p:spPr>
          <a:xfrm>
            <a:off x="8030138" y="204408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11285" y="3197652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937F8CD2-EC51-1E78-10BC-7C12FA3BA907}"/>
              </a:ext>
            </a:extLst>
          </p:cNvPr>
          <p:cNvSpPr txBox="1"/>
          <p:nvPr/>
        </p:nvSpPr>
        <p:spPr>
          <a:xfrm>
            <a:off x="7969472" y="3148052"/>
            <a:ext cx="1839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</a:t>
            </a:r>
            <a:endParaRPr lang="zh-CN" altLang="en-US" sz="1200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DCD6E6-4DD3-A42E-FC8F-06650FA5531D}"/>
              </a:ext>
            </a:extLst>
          </p:cNvPr>
          <p:cNvSpPr txBox="1"/>
          <p:nvPr/>
        </p:nvSpPr>
        <p:spPr>
          <a:xfrm>
            <a:off x="8013231" y="1986044"/>
            <a:ext cx="1364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5</a:t>
            </a:r>
            <a:endParaRPr lang="zh-CN" altLang="en-US" sz="1200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373CE95-D959-746B-A204-226380DEDD0D}"/>
              </a:ext>
            </a:extLst>
          </p:cNvPr>
          <p:cNvSpPr/>
          <p:nvPr/>
        </p:nvSpPr>
        <p:spPr>
          <a:xfrm>
            <a:off x="2571750" y="5198169"/>
            <a:ext cx="2731294" cy="61302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F194D1A-7042-EE1E-02A6-D6004849EA36}"/>
              </a:ext>
            </a:extLst>
          </p:cNvPr>
          <p:cNvSpPr txBox="1"/>
          <p:nvPr/>
        </p:nvSpPr>
        <p:spPr>
          <a:xfrm>
            <a:off x="2571750" y="5198169"/>
            <a:ext cx="2731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4.mataclass</a:t>
            </a:r>
            <a:r>
              <a:rPr lang="zh-CN" altLang="en-US" dirty="0"/>
              <a:t>是</a:t>
            </a:r>
            <a:r>
              <a:rPr lang="en-US" altLang="zh-CN" dirty="0"/>
              <a:t>AME</a:t>
            </a:r>
            <a:r>
              <a:rPr lang="zh-CN" altLang="en-US" dirty="0"/>
              <a:t>的基石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2918957" y="5883965"/>
            <a:ext cx="3058933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103</Words>
  <Application>Microsoft Office PowerPoint</Application>
  <PresentationFormat>宽屏</PresentationFormat>
  <Paragraphs>33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BIZ UDGothic</vt:lpstr>
      <vt:lpstr>MS UI Gothic</vt:lpstr>
      <vt:lpstr>Noto Sans JP Black</vt:lpstr>
      <vt:lpstr>等线</vt:lpstr>
      <vt:lpstr>等线 Light</vt:lpstr>
      <vt:lpstr>Arial</vt:lpstr>
      <vt:lpstr>Britannic Bold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19</cp:revision>
  <dcterms:created xsi:type="dcterms:W3CDTF">2026-02-23T06:38:44Z</dcterms:created>
  <dcterms:modified xsi:type="dcterms:W3CDTF">2026-02-24T02:09:38Z</dcterms:modified>
</cp:coreProperties>
</file>