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1740" y="-8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33605" y="4086765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99946"/>
            <a:ext cx="317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1841" y="502942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4219161" y="378049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2002163">
            <a:off x="3215173" y="3686588"/>
            <a:ext cx="1152525" cy="9442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4219157" y="3872312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137250" y="3101975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8119510" y="3064204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1143579">
            <a:off x="3490096" y="3057217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2036059">
            <a:off x="4444088" y="4711131"/>
            <a:ext cx="1928719" cy="12330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2805302">
            <a:off x="4664654" y="2408131"/>
            <a:ext cx="2010322" cy="940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7326619">
            <a:off x="4563259" y="1708044"/>
            <a:ext cx="56344" cy="299816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90</Words>
  <Application>Microsoft Office PowerPoint</Application>
  <PresentationFormat>宽屏</PresentationFormat>
  <Paragraphs>28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BIZ UDGothic</vt:lpstr>
      <vt:lpstr>MS UI Gothic</vt:lpstr>
      <vt:lpstr>Noto Sans JP Black</vt:lpstr>
      <vt:lpstr>等线</vt:lpstr>
      <vt:lpstr>等线 Light</vt:lpstr>
      <vt:lpstr>Arial</vt:lpstr>
      <vt:lpstr>Britannic Bold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18</cp:revision>
  <dcterms:created xsi:type="dcterms:W3CDTF">2026-02-23T06:38:44Z</dcterms:created>
  <dcterms:modified xsi:type="dcterms:W3CDTF">2026-02-24T02:02:37Z</dcterms:modified>
</cp:coreProperties>
</file>