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6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96" y="-2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0B98E8-F404-42E7-CA06-370C9587E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31B3ED-CEF1-2C3A-C2D1-88C17296B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505" y="87313"/>
            <a:ext cx="1670843" cy="167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474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302FC6D-51C6-C2E8-E188-0E5B170917D0}"/>
              </a:ext>
            </a:extLst>
          </p:cNvPr>
          <p:cNvSpPr txBox="1"/>
          <p:nvPr/>
        </p:nvSpPr>
        <p:spPr>
          <a:xfrm>
            <a:off x="160682" y="61404"/>
            <a:ext cx="463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     </a:t>
            </a:r>
            <a:r>
              <a:rPr lang="en-US" altLang="zh-CN" dirty="0"/>
              <a:t>Structure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7" y="5223013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A8832A-FE19-7ACA-FD28-70790794F229}"/>
              </a:ext>
            </a:extLst>
          </p:cNvPr>
          <p:cNvSpPr/>
          <p:nvPr/>
        </p:nvSpPr>
        <p:spPr>
          <a:xfrm>
            <a:off x="263387" y="3714371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7" y="2205729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6" y="699142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BAC0BA-B9F6-B738-DD62-7A3E5A346BEF}"/>
              </a:ext>
            </a:extLst>
          </p:cNvPr>
          <p:cNvSpPr txBox="1"/>
          <p:nvPr/>
        </p:nvSpPr>
        <p:spPr>
          <a:xfrm>
            <a:off x="10286999" y="5551004"/>
            <a:ext cx="1641614" cy="607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15F8F6C-B247-4F9F-57BD-11FE36E309FF}"/>
              </a:ext>
            </a:extLst>
          </p:cNvPr>
          <p:cNvSpPr txBox="1"/>
          <p:nvPr/>
        </p:nvSpPr>
        <p:spPr>
          <a:xfrm>
            <a:off x="10346635" y="5674461"/>
            <a:ext cx="15819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Defines what can exist.</a:t>
            </a:r>
            <a:endParaRPr lang="zh-CN" altLang="zh-CN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DA625F-DB79-E13C-3DF5-A32E225CA54C}"/>
              </a:ext>
            </a:extLst>
          </p:cNvPr>
          <p:cNvSpPr txBox="1"/>
          <p:nvPr/>
        </p:nvSpPr>
        <p:spPr>
          <a:xfrm>
            <a:off x="10346635" y="522301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21FCAA7-AEA8-465B-C511-4E2F2C522EBB}"/>
              </a:ext>
            </a:extLst>
          </p:cNvPr>
          <p:cNvSpPr txBox="1"/>
          <p:nvPr/>
        </p:nvSpPr>
        <p:spPr>
          <a:xfrm>
            <a:off x="10316817" y="377521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2" name="文本框 9">
            <a:extLst>
              <a:ext uri="{FF2B5EF4-FFF2-40B4-BE49-F238E27FC236}">
                <a16:creationId xmlns:a16="http://schemas.microsoft.com/office/drawing/2014/main" id="{B2DA625F-DB79-E13C-3DF5-A32E225CA54C}"/>
              </a:ext>
            </a:extLst>
          </p:cNvPr>
          <p:cNvSpPr txBox="1"/>
          <p:nvPr/>
        </p:nvSpPr>
        <p:spPr>
          <a:xfrm>
            <a:off x="10286999" y="2256632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III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C2A5D9-5D3D-C51F-578A-2515EEAA019B}"/>
              </a:ext>
            </a:extLst>
          </p:cNvPr>
          <p:cNvSpPr txBox="1"/>
          <p:nvPr/>
        </p:nvSpPr>
        <p:spPr>
          <a:xfrm>
            <a:off x="10316817" y="75555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IV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E1CC0B1-C742-C1D2-3879-1A1C787AAEB8}"/>
              </a:ext>
            </a:extLst>
          </p:cNvPr>
          <p:cNvSpPr/>
          <p:nvPr/>
        </p:nvSpPr>
        <p:spPr>
          <a:xfrm>
            <a:off x="397565" y="5377070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411DDB-81B3-CBDB-1280-44E34A2E7FD1}"/>
              </a:ext>
            </a:extLst>
          </p:cNvPr>
          <p:cNvSpPr/>
          <p:nvPr/>
        </p:nvSpPr>
        <p:spPr>
          <a:xfrm>
            <a:off x="2830996" y="5379428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1CC0B1-C742-C1D2-3879-1A1C787AAEB8}"/>
              </a:ext>
            </a:extLst>
          </p:cNvPr>
          <p:cNvSpPr/>
          <p:nvPr/>
        </p:nvSpPr>
        <p:spPr>
          <a:xfrm>
            <a:off x="5275192" y="5369615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119CACE-098C-D853-0794-659D050C64E5}"/>
              </a:ext>
            </a:extLst>
          </p:cNvPr>
          <p:cNvSpPr txBox="1"/>
          <p:nvPr/>
        </p:nvSpPr>
        <p:spPr>
          <a:xfrm>
            <a:off x="858909" y="5656428"/>
            <a:ext cx="18635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Metaclass</a:t>
            </a:r>
            <a:r>
              <a:rPr lang="en-US" altLang="zh-CN" dirty="0"/>
              <a:t> Protocol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688AC50-E2AF-1186-327C-689605C141A6}"/>
              </a:ext>
            </a:extLst>
          </p:cNvPr>
          <p:cNvSpPr txBox="1"/>
          <p:nvPr/>
        </p:nvSpPr>
        <p:spPr>
          <a:xfrm>
            <a:off x="2990850" y="5674461"/>
            <a:ext cx="1928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Root </a:t>
            </a:r>
            <a:r>
              <a:rPr lang="en-US" altLang="zh-CN" dirty="0" err="1"/>
              <a:t>Metaclasses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3E599EA-AD15-712E-517F-545055F94E43}"/>
              </a:ext>
            </a:extLst>
          </p:cNvPr>
          <p:cNvSpPr txBox="1"/>
          <p:nvPr/>
        </p:nvSpPr>
        <p:spPr>
          <a:xfrm>
            <a:off x="5667375" y="5594254"/>
            <a:ext cx="21228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Standard </a:t>
            </a:r>
            <a:r>
              <a:rPr lang="en-US" altLang="zh-CN" dirty="0" err="1"/>
              <a:t>Metaclasses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5407679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30F81AC-5C9C-E805-657C-5E35B498DDE1}"/>
              </a:ext>
            </a:extLst>
          </p:cNvPr>
          <p:cNvSpPr/>
          <p:nvPr/>
        </p:nvSpPr>
        <p:spPr>
          <a:xfrm>
            <a:off x="7739063" y="3871542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2403561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896974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6318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90712" y="4066792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61404"/>
            <a:ext cx="463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     </a:t>
            </a:r>
            <a:r>
              <a:rPr lang="en-US" altLang="zh-CN" dirty="0"/>
              <a:t>User Experience Flow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0760" y="558284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3436711" y="447145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3387979">
            <a:off x="2522053" y="3969231"/>
            <a:ext cx="1480950" cy="1048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3412207" y="4575579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04022" y="456151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2135733">
            <a:off x="3502939" y="3728810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7976789" y="4512965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8322881">
            <a:off x="4537787" y="1914341"/>
            <a:ext cx="65706" cy="36525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1033216">
            <a:off x="4784492" y="5102124"/>
            <a:ext cx="1483561" cy="1444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3389305" flipV="1">
            <a:off x="3481763" y="3198494"/>
            <a:ext cx="3545715" cy="139763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93706C-6739-ABAB-6769-0B8812CB2B71}"/>
              </a:ext>
            </a:extLst>
          </p:cNvPr>
          <p:cNvSpPr/>
          <p:nvPr/>
        </p:nvSpPr>
        <p:spPr>
          <a:xfrm>
            <a:off x="5891150" y="3142862"/>
            <a:ext cx="2318603" cy="77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34FB12DA-509A-40D4-9871-CF55B5D22465}"/>
              </a:ext>
            </a:extLst>
          </p:cNvPr>
          <p:cNvSpPr/>
          <p:nvPr/>
        </p:nvSpPr>
        <p:spPr>
          <a:xfrm rot="10800000">
            <a:off x="6663690" y="3981450"/>
            <a:ext cx="842851" cy="45467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68D3FC-8C82-1D80-EB73-EC98129BF820}"/>
              </a:ext>
            </a:extLst>
          </p:cNvPr>
          <p:cNvSpPr txBox="1"/>
          <p:nvPr/>
        </p:nvSpPr>
        <p:spPr>
          <a:xfrm>
            <a:off x="6368307" y="3344911"/>
            <a:ext cx="19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分配元类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4A8AC55-15E7-0AD6-2A4C-34CAA155B5AA}"/>
              </a:ext>
            </a:extLst>
          </p:cNvPr>
          <p:cNvSpPr/>
          <p:nvPr/>
        </p:nvSpPr>
        <p:spPr>
          <a:xfrm>
            <a:off x="5880445" y="1982778"/>
            <a:ext cx="2384170" cy="723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3BE3E1B4-1152-F8FA-213D-AA5F3BFDA3EC}"/>
              </a:ext>
            </a:extLst>
          </p:cNvPr>
          <p:cNvSpPr/>
          <p:nvPr/>
        </p:nvSpPr>
        <p:spPr>
          <a:xfrm rot="10800000">
            <a:off x="6603325" y="2749480"/>
            <a:ext cx="837623" cy="33984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1658801-D7BD-55B7-2474-8D0BEF5FEF16}"/>
              </a:ext>
            </a:extLst>
          </p:cNvPr>
          <p:cNvSpPr txBox="1"/>
          <p:nvPr/>
        </p:nvSpPr>
        <p:spPr>
          <a:xfrm>
            <a:off x="6078672" y="2176113"/>
            <a:ext cx="2247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Layer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0ED689D-CFD0-5C86-3742-42F3C9605899}"/>
              </a:ext>
            </a:extLst>
          </p:cNvPr>
          <p:cNvSpPr/>
          <p:nvPr/>
        </p:nvSpPr>
        <p:spPr>
          <a:xfrm>
            <a:off x="8030138" y="204408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11285" y="3197652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937F8CD2-EC51-1E78-10BC-7C12FA3BA907}"/>
              </a:ext>
            </a:extLst>
          </p:cNvPr>
          <p:cNvSpPr txBox="1"/>
          <p:nvPr/>
        </p:nvSpPr>
        <p:spPr>
          <a:xfrm>
            <a:off x="7969472" y="3148052"/>
            <a:ext cx="183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</a:t>
            </a:r>
            <a:endParaRPr lang="zh-CN" altLang="en-US" sz="1200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DCD6E6-4DD3-A42E-FC8F-06650FA5531D}"/>
              </a:ext>
            </a:extLst>
          </p:cNvPr>
          <p:cNvSpPr txBox="1"/>
          <p:nvPr/>
        </p:nvSpPr>
        <p:spPr>
          <a:xfrm>
            <a:off x="8013231" y="1986044"/>
            <a:ext cx="136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5</a:t>
            </a:r>
            <a:endParaRPr lang="zh-CN" altLang="en-US" sz="1200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373CE95-D959-746B-A204-226380DEDD0D}"/>
              </a:ext>
            </a:extLst>
          </p:cNvPr>
          <p:cNvSpPr/>
          <p:nvPr/>
        </p:nvSpPr>
        <p:spPr>
          <a:xfrm>
            <a:off x="2571750" y="5198169"/>
            <a:ext cx="2731294" cy="61302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F194D1A-7042-EE1E-02A6-D6004849EA36}"/>
              </a:ext>
            </a:extLst>
          </p:cNvPr>
          <p:cNvSpPr txBox="1"/>
          <p:nvPr/>
        </p:nvSpPr>
        <p:spPr>
          <a:xfrm>
            <a:off x="2571750" y="5159521"/>
            <a:ext cx="2731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4. </a:t>
            </a:r>
            <a:r>
              <a:rPr lang="en-US" altLang="zh-CN" sz="1200" dirty="0" err="1"/>
              <a:t>mataclass</a:t>
            </a:r>
            <a:r>
              <a:rPr lang="en-US" altLang="zh-CN" sz="1200" dirty="0"/>
              <a:t> is the cornerstone of AME; see its separate GitHub repository for details.</a:t>
            </a:r>
            <a:endParaRPr lang="zh-CN" altLang="en-US" sz="1200" dirty="0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3014845" y="5897094"/>
            <a:ext cx="3058933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E416108-03E4-858E-04F0-4F7923865D5C}"/>
              </a:ext>
            </a:extLst>
          </p:cNvPr>
          <p:cNvSpPr txBox="1"/>
          <p:nvPr/>
        </p:nvSpPr>
        <p:spPr>
          <a:xfrm>
            <a:off x="11112501" y="1172152"/>
            <a:ext cx="1710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7</a:t>
            </a:r>
            <a:endParaRPr lang="zh-CN" altLang="en-US" sz="1200" dirty="0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C45CBCE-4304-4AD3-A10E-409620158124}"/>
              </a:ext>
            </a:extLst>
          </p:cNvPr>
          <p:cNvSpPr/>
          <p:nvPr/>
        </p:nvSpPr>
        <p:spPr>
          <a:xfrm>
            <a:off x="5869021" y="1027879"/>
            <a:ext cx="2436282" cy="704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箭头: 下 78">
            <a:extLst>
              <a:ext uri="{FF2B5EF4-FFF2-40B4-BE49-F238E27FC236}">
                <a16:creationId xmlns:a16="http://schemas.microsoft.com/office/drawing/2014/main" id="{08B21885-2D1C-21B2-603A-E36CC153285A}"/>
              </a:ext>
            </a:extLst>
          </p:cNvPr>
          <p:cNvSpPr/>
          <p:nvPr/>
        </p:nvSpPr>
        <p:spPr>
          <a:xfrm rot="10800000">
            <a:off x="6702087" y="1767561"/>
            <a:ext cx="640098" cy="16038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DF9F9BF-F8BA-3FE0-AB81-87022E50B70D}"/>
              </a:ext>
            </a:extLst>
          </p:cNvPr>
          <p:cNvSpPr/>
          <p:nvPr/>
        </p:nvSpPr>
        <p:spPr>
          <a:xfrm>
            <a:off x="6242973" y="5811194"/>
            <a:ext cx="2692369" cy="97760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9040396" y="6469282"/>
            <a:ext cx="3080208" cy="33259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D2D27DB-7E96-825E-563C-1541A22C23BA}"/>
              </a:ext>
            </a:extLst>
          </p:cNvPr>
          <p:cNvSpPr txBox="1"/>
          <p:nvPr/>
        </p:nvSpPr>
        <p:spPr>
          <a:xfrm>
            <a:off x="5938838" y="1108075"/>
            <a:ext cx="2265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开始构建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E675F6B-D8E9-A1D8-9456-A4790EFF5AB1}"/>
              </a:ext>
            </a:extLst>
          </p:cNvPr>
          <p:cNvSpPr/>
          <p:nvPr/>
        </p:nvSpPr>
        <p:spPr>
          <a:xfrm>
            <a:off x="8040197" y="1074265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6CC673A-296F-5205-F152-5407116CFFE8}"/>
              </a:ext>
            </a:extLst>
          </p:cNvPr>
          <p:cNvSpPr txBox="1"/>
          <p:nvPr/>
        </p:nvSpPr>
        <p:spPr>
          <a:xfrm>
            <a:off x="8043564" y="1024206"/>
            <a:ext cx="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6</a:t>
            </a:r>
            <a:endParaRPr lang="zh-CN" altLang="en-US" sz="12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1BE2EE4-9370-3384-0C5C-F5475CF6EB39}"/>
              </a:ext>
            </a:extLst>
          </p:cNvPr>
          <p:cNvSpPr txBox="1"/>
          <p:nvPr/>
        </p:nvSpPr>
        <p:spPr>
          <a:xfrm>
            <a:off x="6289903" y="5811194"/>
            <a:ext cx="2657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7. It's an interactive world,(folders) are not single files.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B16AB4C-45CF-6116-4728-3E9F3F381D9D}"/>
              </a:ext>
            </a:extLst>
          </p:cNvPr>
          <p:cNvSpPr txBox="1"/>
          <p:nvPr/>
        </p:nvSpPr>
        <p:spPr>
          <a:xfrm>
            <a:off x="9047918" y="6496445"/>
            <a:ext cx="32189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/>
              <a:t>6. It is also the main program of AME ADMIN</a:t>
            </a:r>
            <a:endParaRPr lang="zh-CN" altLang="en-US" sz="11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7EEC670-B147-F19E-34A8-EE9B1F457066}"/>
              </a:ext>
            </a:extLst>
          </p:cNvPr>
          <p:cNvSpPr txBox="1"/>
          <p:nvPr/>
        </p:nvSpPr>
        <p:spPr>
          <a:xfrm>
            <a:off x="2996061" y="5874222"/>
            <a:ext cx="30262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5. Here you set the world parameters, and AME will automatically generate a JSON file.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187</Words>
  <Application>Microsoft Office PowerPoint</Application>
  <PresentationFormat>宽屏</PresentationFormat>
  <Paragraphs>49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2" baseType="lpstr">
      <vt:lpstr>BIZ UDGothic</vt:lpstr>
      <vt:lpstr>MS UI Gothic</vt:lpstr>
      <vt:lpstr>Noto Sans JP Black</vt:lpstr>
      <vt:lpstr>Noto Sans SC Black</vt:lpstr>
      <vt:lpstr>等线</vt:lpstr>
      <vt:lpstr>等线 Light</vt:lpstr>
      <vt:lpstr>Arial</vt:lpstr>
      <vt:lpstr>Britannic Bold</vt:lpstr>
      <vt:lpstr>Office 主题​​</vt:lpstr>
      <vt:lpstr>AMAR ENGINE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31</cp:revision>
  <dcterms:created xsi:type="dcterms:W3CDTF">2026-02-23T06:38:44Z</dcterms:created>
  <dcterms:modified xsi:type="dcterms:W3CDTF">2026-02-24T06:39:01Z</dcterms:modified>
</cp:coreProperties>
</file>